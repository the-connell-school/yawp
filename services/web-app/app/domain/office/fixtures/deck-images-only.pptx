
<file path=[Content_Types].xml><?xml version="1.0" encoding="utf-8"?>
<Types xmlns="http://schemas.openxmlformats.org/package/2006/content-types"/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3"/>
    <p:sldId id="257" r:id="rId1"/>
    <p:sldId id="258" r:id="rId4"/>
    <p:sldId id="259" r:id="rId2"/>
  </p:sldIdLst>
</p:presentation>
</file>

<file path=ppt/_rels/presentation.xml.rels><?xml version="1.0" encoding="UTF-8" standalone="yes"?><Relationships xmlns="http://schemas.openxmlformats.org/package/2006/relationships"><Relationship Id="rId3" Type="http://schemas.openxmlformats.org/officeDocument/2006/relationships/slide" Target="slides/slide3.xml"/><Relationship Id="rId1" Type="http://schemas.openxmlformats.org/officeDocument/2006/relationships/slide" Target="slides/slide1.xml"/><Relationship Id="rId4" Type="http://schemas.openxmlformats.org/officeDocument/2006/relationships/slide" Target="slides/slide4.xml"/><Relationship Id="rId2" Type="http://schemas.openxmlformats.org/officeDocument/2006/relationships/slide" Target="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nvPr>
            <p:ph type="body" idx="1"/>
          </p:nvPr>
        </p:nvSpPr>
        <p:txBody>
          <a:p>
            <a:r>
              <a:t>Three silent minutes first.</a:t>
            </a:r>
          </a:p>
        </p:txBody>
      </p:sp>
      <p:sp>
        <p:nvSpPr>
          <p:nvPr>
            <p:ph type="sldNum" sz="quarter" idx="10"/>
          </p:nvPr>
        </p:nvSpPr>
        <p:txBody>
          <a:p>
            <a:fld>
              <a:t>3</a:t>
            </a:fld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nvPr>
            <p:ph type="body" idx="1"/>
          </p:nvPr>
        </p:nvSpPr>
        <p:txBody>
          <a:p>
            <a:r>
              <a:t>Set the stakes before naming the skill.</a:t>
            </a:r>
          </a:p>
        </p:txBody>
      </p:sp>
      <p:sp>
        <p:nvSpPr>
          <p:nvPr>
            <p:ph type="sldNum" sz="quarter" idx="10"/>
          </p:nvPr>
        </p:nvSpPr>
        <p:txBody>
          <a:p>
            <a:fld>
              <a:t>3</a:t>
            </a:fld>
          </a:p>
        </p:txBody>
      </p:sp>
    </p:spTree>
  </p:cSld>
</p:notes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2.xml"/></Relationships>
</file>

<file path=ppt/slides/_rels/slide4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txBody>
          <a:p>
            <a:r>
              <a:rPr lang="en-US"/>
            </a:r>
          </a:p>
          <a:p>
            <a:r>
              <a:rPr lang="en-US"/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txBody>
          <a:p>
            <a:r>
              <a:rPr lang="en-US"/>
            </a:r>
          </a:p>
          <a:p>
            <a:r>
              <a:rPr lang="en-US"/>
            </a:r>
            <a:br/>
            <a:r>
              <a:rPr lang="en-US"/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txBody>
          <a:p>
            <a:r>
              <a:rPr lang="en-US"/>
            </a:r>
          </a:p>
          <a:p>
            <a:r>
              <a:rPr lang="en-US"/>
            </a:r>
            <a:r>
              <a:rPr lang="en-US"/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txBody>
          <a:p>
            <a:r>
              <a:rPr lang="en-US"/>
            </a:r>
            <a:r>
              <a:rPr lang="en-US"/>
            </a:r>
          </a:p>
          <a:p>
            <a:r>
              <a:rPr lang="en-US"/>
            </a:r>
          </a:p>
        </p:txBody>
      </p:sp>
    </p:spTree>
  </p:cSld>
</p:sld>
</file>