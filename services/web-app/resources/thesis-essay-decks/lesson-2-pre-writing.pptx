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fallen-man.jpg">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Write an essay about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 problem in your community</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You can choose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Great thesis statements lead to great essays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pPr indent="0" marL="0">
              <a:buNone/>
            </a:pP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Because they’re amazing!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They’re really uplifting.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that Cinderella story, underdog way.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Are they uplifting in other ways?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So it’s more than just a sports story?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 does he overcome that?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make me feel so happy!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Then what happens?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handle these challenges?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help?</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pPr indent="0" marL="0">
              <a:buNone/>
            </a:pP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my-documents.png">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prewriting.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specific</a:t>
            </a:r>
            <a:pPr indent="0" marL="0">
              <a:buNone/>
            </a:pP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specific</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home/user/yawp/services/web-app/scripts/thesis-essay-decks/assets/icons/timer.png">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2026-10-12T23:00:38Z</dcterms:created>
  <dcterms:modified xsi:type="dcterms:W3CDTF">2026-10-12T23:00:38Z</dcterms:modified>
</cp:coreProperties>
</file>