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3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Great thesis statements lead to great essays</a:t>
            </a:r>
            <a:endParaRPr lang="en-US" sz="23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2026-10-12T23:05:23Z</dcterms:created>
  <dcterms:modified xsi:type="dcterms:W3CDTF">2026-10-12T23:05:23Z</dcterms:modified>
</cp:coreProperties>
</file>