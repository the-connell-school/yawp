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6</a:t>
            </a:r>
            <a:endParaRPr lang="en-US" sz="16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7</a:t>
            </a:r>
            <a:endParaRPr lang="en-US" sz="16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2121408"/>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11" name="Shape 8"/>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907792"/>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14" name="Shape 11"/>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7" name="Shape 14"/>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0" name="Shape 17"/>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Your introduction’s function is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welcome your reader</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into your discussion and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2208962" cy="91440"/>
          </a:xfrm>
          <a:prstGeom prst="rect">
            <a:avLst/>
          </a:prstGeom>
          <a:solidFill>
            <a:srgbClr val="FFB600"/>
          </a:solidFill>
          <a:ln w="12700">
            <a:solidFill>
              <a:srgbClr val="FFB600"/>
            </a:solidFill>
            <a:prstDash val="solid"/>
          </a:ln>
        </p:spPr>
      </p:sp>
      <p:sp>
        <p:nvSpPr>
          <p:cNvPr id="10" name="Shape 7"/>
          <p:cNvSpPr/>
          <p:nvPr/>
        </p:nvSpPr>
        <p:spPr>
          <a:xfrm>
            <a:off x="1005840" y="2331720"/>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Story or example that illustrates your topic</a:t>
            </a:r>
            <a:endParaRPr lang="en-US" sz="2200" dirty="0"/>
          </a:p>
        </p:txBody>
      </p:sp>
      <p:sp>
        <p:nvSpPr>
          <p:cNvPr id="13" name="Shape 10"/>
          <p:cNvSpPr/>
          <p:nvPr/>
        </p:nvSpPr>
        <p:spPr>
          <a:xfrm>
            <a:off x="3470834"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1965960"/>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331720"/>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Quotation</a:t>
            </a:r>
            <a:endParaRPr lang="en-US" sz="2200" dirty="0"/>
          </a:p>
        </p:txBody>
      </p:sp>
      <p:sp>
        <p:nvSpPr>
          <p:cNvPr id="18" name="Shape 15"/>
          <p:cNvSpPr/>
          <p:nvPr/>
        </p:nvSpPr>
        <p:spPr>
          <a:xfrm>
            <a:off x="6255868"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1965960"/>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331720"/>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23" name="Shape 20"/>
          <p:cNvSpPr/>
          <p:nvPr/>
        </p:nvSpPr>
        <p:spPr>
          <a:xfrm>
            <a:off x="9040901"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1965960"/>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331720"/>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Definition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Illustrating story or scene</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pPr indent="0" marL="0">
              <a:lnSpc>
                <a:spcPct val="120000"/>
              </a:lnSpc>
              <a:buNone/>
            </a:pP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Rhetorical question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Quotation or fact</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pPr indent="0" marL="0">
              <a:lnSpc>
                <a:spcPct val="120000"/>
              </a:lnSpc>
              <a:buNone/>
            </a:pP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Definition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pPr indent="0" marL="0">
              <a:lnSpc>
                <a:spcPct val="120000"/>
              </a:lnSpc>
              <a:buNone/>
            </a:pP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introduction</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Story or example that illustrates your topic</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Rhetorical question</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Quotation or fact</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Definition</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Remember, the </a:t>
            </a:r>
            <a:endParaRPr lang="en-US" sz="1800" dirty="0"/>
          </a:p>
          <a:p>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It’s already written.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introduction.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2026-10-12T22:52:35Z</dcterms:created>
  <dcterms:modified xsi:type="dcterms:W3CDTF">2026-10-12T22:52:35Z</dcterms:modified>
</cp:coreProperties>
</file>