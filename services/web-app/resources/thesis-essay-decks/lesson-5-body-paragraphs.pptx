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r>
              <a:rPr lang="en-US" sz="1350" dirty="0">
                <a:solidFill>
                  <a:srgbClr val="3C3828"/>
                </a:solidFill>
                <a:latin typeface="Georgia" pitchFamily="34" charset="0"/>
                <a:ea typeface="Georgia" pitchFamily="34" charset="-122"/>
                <a:cs typeface="Georgia" pitchFamily="34" charset="-120"/>
              </a:rPr>
              <a:t>
</a:t>
            </a: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Body Paragraphs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2026-10-16T10:23:10Z</dcterms:created>
  <dcterms:modified xsi:type="dcterms:W3CDTF">2026-10-16T10:23:10Z</dcterms:modified>
</cp:coreProperties>
</file>