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r>
              <a:rPr lang="en-US" sz="3200" dirty="0">
                <a:solidFill>
                  <a:srgbClr val="3C3828"/>
                </a:solidFill>
                <a:highlight>
                  <a:srgbClr val="FFE14D"/>
                </a:highlight>
                <a:latin typeface="Georgia" pitchFamily="34" charset="0"/>
                <a:ea typeface="Georgia" pitchFamily="34" charset="-122"/>
                <a:cs typeface="Georgia" pitchFamily="34" charset="-120"/>
              </a:rPr>
              <a:t>support, define, or illustrate</a:t>
            </a:r>
            <a:r>
              <a:rPr lang="en-US" sz="3200" dirty="0">
                <a:solidFill>
                  <a:srgbClr val="3C3828"/>
                </a:solidFill>
                <a:latin typeface="Georgia" pitchFamily="34" charset="0"/>
                <a:ea typeface="Georgia" pitchFamily="34" charset="-122"/>
                <a:cs typeface="Georgia" pitchFamily="34" charset="-120"/>
              </a:rPr>
              <a:t> the elements within your thesis.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schools fail to prioritize creativity in teaching</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school becomes boring for both students and teachers</a:t>
            </a:r>
            <a:r>
              <a:rPr lang="en-US" sz="2200" dirty="0">
                <a:solidFill>
                  <a:srgbClr val="3C3828"/>
                </a:solidFill>
                <a:latin typeface="Georgia" pitchFamily="34" charset="0"/>
                <a:ea typeface="Georgia" pitchFamily="34" charset="-122"/>
                <a:cs typeface="Georgia" pitchFamily="34" charset="-120"/>
              </a:rPr>
              <a:t>, resulting in </a:t>
            </a: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Transition sentence</a:t>
            </a:r>
            <a:r>
              <a:rPr lang="en-US" sz="1800" dirty="0">
                <a:solidFill>
                  <a:srgbClr val="3C3828"/>
                </a:solidFill>
                <a:latin typeface="Calibri" pitchFamily="34" charset="0"/>
                <a:ea typeface="Calibri" pitchFamily="34" charset="-122"/>
                <a:cs typeface="Calibri" pitchFamily="34" charset="-120"/>
              </a:rPr>
              <a:t> (optional)</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Topic sentence:</a:t>
            </a:r>
            <a:r>
              <a:rPr lang="en-US" sz="1800" dirty="0">
                <a:solidFill>
                  <a:srgbClr val="3C3828"/>
                </a:solidFill>
                <a:latin typeface="Calibri" pitchFamily="34" charset="0"/>
                <a:ea typeface="Calibri" pitchFamily="34" charset="-122"/>
                <a:cs typeface="Calibri" pitchFamily="34" charset="-120"/>
              </a:rPr>
              <a:t> the element from your thesis you’re discussing</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Supporting sentences:</a:t>
            </a:r>
            <a:r>
              <a:rPr lang="en-US" sz="18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Concluding sentence:</a:t>
            </a:r>
            <a:r>
              <a:rPr lang="en-US" sz="1800" dirty="0">
                <a:solidFill>
                  <a:srgbClr val="3C3828"/>
                </a:solidFill>
                <a:latin typeface="Calibri" pitchFamily="34" charset="0"/>
                <a:ea typeface="Calibri" pitchFamily="34" charset="-122"/>
                <a:cs typeface="Calibri" pitchFamily="34" charset="-120"/>
              </a:rPr>
              <a:t> wrapping up your thoughts on this element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Introduction and body paragraph 1</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TOPIC SENTENCES HIGHLIGHTED · THESIS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13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r>
              <a:rPr lang="en-US" sz="1350" dirty="0">
                <a:solidFill>
                  <a:srgbClr val="3C3828"/>
                </a:solidFill>
                <a:latin typeface="Georgia" pitchFamily="34" charset="0"/>
                <a:ea typeface="Georgia" pitchFamily="34" charset="-122"/>
                <a:cs typeface="Georgia" pitchFamily="34" charset="-120"/>
              </a:rPr>
              <a:t>
</a:t>
            </a:r>
            <a:r>
              <a:rPr lang="en-US" sz="135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r>
              <a:rPr lang="en-US" sz="135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13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2</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r>
              <a:rPr lang="en-US" sz="15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3</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C4540"/>
          </a:solidFill>
          <a:ln w="12700">
            <a:solidFill>
              <a:srgbClr val="FC454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r>
              <a:rPr lang="en-US" sz="15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Body Paragraphs step.">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neighborhood</a:t>
            </a:r>
            <a:r>
              <a:rPr lang="en-US" sz="20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front door</a:t>
            </a:r>
            <a:r>
              <a:rPr lang="en-US" sz="20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rooms</a:t>
            </a:r>
            <a:r>
              <a:rPr lang="en-US" sz="20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Back at the door</a:t>
            </a:r>
            <a:r>
              <a:rPr lang="en-US" sz="20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2026-10-13T22:56:20Z</dcterms:created>
  <dcterms:modified xsi:type="dcterms:W3CDTF">2026-10-13T22:56:20Z</dcterms:modified>
</cp:coreProperties>
</file>