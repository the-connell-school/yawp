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elephant.png">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elephant.png">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weak essays!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pPr indent="0" marL="0">
              <a:lnSpc>
                <a:spcPct val="115000"/>
              </a:lnSpc>
              <a:buNone/>
            </a:pP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focal point</a:t>
            </a:r>
            <a:pPr indent="0" marL="0">
              <a:buNone/>
            </a:pP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one sentence</a:t>
            </a:r>
            <a:pPr indent="0" marL="0">
              <a:buNone/>
            </a:pPr>
            <a:r>
              <a:rPr lang="en-US" sz="2600" dirty="0">
                <a:solidFill>
                  <a:srgbClr val="3C3828"/>
                </a:solidFill>
                <a:latin typeface="Calibri" pitchFamily="34" charset="0"/>
                <a:ea typeface="Calibri" pitchFamily="34" charset="-122"/>
                <a:cs typeface="Calibri" pitchFamily="34" charset="-120"/>
              </a:rPr>
              <a:t> long.</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include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a:t>
            </a:r>
            <a:pPr indent="0" marL="0">
              <a:buNone/>
            </a:pPr>
            <a:r>
              <a:rPr lang="en-US" sz="2600" dirty="0">
                <a:solidFill>
                  <a:srgbClr val="3C3828"/>
                </a:solidFill>
                <a:latin typeface="Calibri" pitchFamily="34" charset="0"/>
                <a:ea typeface="Calibri" pitchFamily="34" charset="-122"/>
                <a:cs typeface="Calibri" pitchFamily="34" charset="-120"/>
              </a:rPr>
              <a:t> as well as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specific.</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notice or see</a:t>
            </a:r>
            <a:pPr indent="0" marL="0">
              <a:buNone/>
            </a:pP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Creative thinking is not prioritized in schools.</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Most classroom teachers teach the way they were taught.</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analysis,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pPr indent="0" marL="0">
              <a:buNone/>
            </a:pP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pPr indent="0" marL="0">
              <a:buNone/>
            </a:pP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observation and analysis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On your document, create your own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Observation</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2–4 points of analysis.</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Use this model:</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Analysis: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this is a limited approach to learning</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puts too much emphasis on correctness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thesis.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Observation first</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2–4 points of analysis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combine them into your thesis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One, complex,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concise</a:t>
            </a:r>
            <a:pPr indent="0" marL="0">
              <a:buNone/>
            </a:pPr>
            <a:r>
              <a:rPr lang="en-US" sz="2600" dirty="0">
                <a:solidFill>
                  <a:srgbClr val="3C3828"/>
                </a:solidFill>
                <a:latin typeface="Calibri" pitchFamily="34" charset="0"/>
                <a:ea typeface="Calibri" pitchFamily="34" charset="-122"/>
                <a:cs typeface="Calibri" pitchFamily="34" charset="-120"/>
              </a:rPr>
              <a:t> sentence. (Concise does not equal brief!)</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Includes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Specific, not general.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Spot the clutter</a:t>
            </a:r>
            <a:endParaRPr lang="en-US" sz="36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Creative design in lesson plans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really important and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something that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isn’t</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concise.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Taking the verb “to be” out of a sentence is like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weeding a garden:</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resulting in boring lessons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pPr indent="0" marL="0">
              <a:buNone/>
            </a:pP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2026-10-12T22:35:59Z</dcterms:created>
  <dcterms:modified xsi:type="dcterms:W3CDTF">2026-10-12T22:35:59Z</dcterms:modified>
</cp:coreProperties>
</file>